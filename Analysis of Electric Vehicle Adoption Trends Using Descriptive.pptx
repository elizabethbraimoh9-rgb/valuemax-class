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41" d="100"/>
          <a:sy n="41" d="100"/>
        </p:scale>
        <p:origin x="80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097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01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98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52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32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151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97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84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492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3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775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2332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508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746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6430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796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81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09FD0-0689-46F9-8B8D-EE5F44143F6B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892E0-4855-49F3-BC6F-06770BD9B0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3255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ulwlpaper.blogspot.com/2013/09/new-mind-blowing-car-wallpapers.html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kpik.com/search?q=Trees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41F9-9586-4725-8CD5-37D8F466B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3953"/>
            <a:ext cx="9144000" cy="3076010"/>
          </a:xfrm>
        </p:spPr>
        <p:txBody>
          <a:bodyPr>
            <a:normAutofit/>
          </a:bodyPr>
          <a:lstStyle/>
          <a:p>
            <a:r>
              <a:rPr lang="en-GB" b="1" dirty="0"/>
              <a:t>Analysis of Electric Vehicle Adoption Trends Using Descriptive Analytics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11975-316A-41DB-929C-0437B18C6F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Braimoh</a:t>
            </a:r>
            <a:r>
              <a:rPr lang="en-GB" dirty="0"/>
              <a:t> </a:t>
            </a:r>
            <a:r>
              <a:rPr lang="en-GB" dirty="0" err="1"/>
              <a:t>elizabeth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859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750B-8083-428E-ABA7-58580FB8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85CEE3-8B4B-40F4-90D3-033D3EBB00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683129"/>
            <a:ext cx="921761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 Vehicles (EVs) are replacing traditional fuel-based vehicles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Driven by environmental concerns and government policies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 adoption is increasing globally and in India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analytics helps in understanding adoption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sz="1600" dirty="0"/>
              <a:t>Electric vehicles are gaining popularity due to rising fuel prices and environmental issues. Governments are promoting EV adoption, and </a:t>
            </a:r>
            <a:r>
              <a:rPr lang="en-GB" sz="1600" dirty="0" err="1"/>
              <a:t>analyzing</a:t>
            </a:r>
            <a:r>
              <a:rPr lang="en-GB" sz="1600" dirty="0"/>
              <a:t> sales data helps understand how this transition is happening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998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5060-2687-47CE-88DD-525E8E86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 OF THE STUDY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A93A2E-4BAA-496B-B771-7E7F1A9CDE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EV adoption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sales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regional and category differences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A3FCC8-3C20-4108-B711-8CE16EB20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22929" y="1939971"/>
            <a:ext cx="6607444" cy="48122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B28435-AD26-43E0-A803-41414D74B031}"/>
              </a:ext>
            </a:extLst>
          </p:cNvPr>
          <p:cNvSpPr txBox="1"/>
          <p:nvPr/>
        </p:nvSpPr>
        <p:spPr>
          <a:xfrm>
            <a:off x="4974956" y="6858000"/>
            <a:ext cx="6607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3" tooltip="https://dulwlpaper.blogspot.com/2013/09/new-mind-blowing-car-wallpapers.html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4" tooltip="https://creativecommons.org/licenses/by-nc-nd/3.0/"/>
              </a:rPr>
              <a:t>CC BY-NC-ND</a:t>
            </a:r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757933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ABB49-2639-45F5-87D5-40989632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8A5786-168E-4CDF-9FE8-BCA96D3482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&amp; yearly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State-wise comparison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category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of trends </a:t>
            </a:r>
          </a:p>
        </p:txBody>
      </p:sp>
    </p:spTree>
    <p:extLst>
      <p:ext uri="{BB962C8B-B14F-4D97-AF65-F5344CB8AC3E}">
        <p14:creationId xmlns:p14="http://schemas.microsoft.com/office/powerpoint/2010/main" val="302411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9890D-553D-42D3-9E96-3E886B8A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B9E555-85D3-4672-9202-9833AC9857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3013146"/>
            <a:ext cx="360489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Year, Month, Date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class &amp;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 sales quantity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82BE31-57C1-47C1-9E2D-32716B21F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487486" y="2154264"/>
            <a:ext cx="6128853" cy="483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02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69702-94C8-4C6F-891F-DD420489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659848-3054-4971-BC83-A3FCA33591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428371"/>
            <a:ext cx="578395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(CSV file)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 and grouping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Descriptive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</a:t>
            </a:r>
          </a:p>
        </p:txBody>
      </p:sp>
    </p:spTree>
    <p:extLst>
      <p:ext uri="{BB962C8B-B14F-4D97-AF65-F5344CB8AC3E}">
        <p14:creationId xmlns:p14="http://schemas.microsoft.com/office/powerpoint/2010/main" val="1756342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6861-56DD-4828-9E26-A580F173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TOOLS USED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A31CF6-2EA8-45B2-A2D8-A02172FCD6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935929"/>
            <a:ext cx="270298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 </a:t>
            </a:r>
          </a:p>
        </p:txBody>
      </p:sp>
    </p:spTree>
    <p:extLst>
      <p:ext uri="{BB962C8B-B14F-4D97-AF65-F5344CB8AC3E}">
        <p14:creationId xmlns:p14="http://schemas.microsoft.com/office/powerpoint/2010/main" val="329730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75CB-A9F2-4A30-98D7-6626B3E7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Monthly EV Sales Trend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82A052-E8A8-4AD6-8C47-5E892CD636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7728927"/>
              </p:ext>
            </p:extLst>
          </p:nvPr>
        </p:nvGraphicFramePr>
        <p:xfrm>
          <a:off x="1849714" y="1834166"/>
          <a:ext cx="7276548" cy="4892095"/>
        </p:xfrm>
        <a:graphic>
          <a:graphicData uri="http://schemas.openxmlformats.org/drawingml/2006/table">
            <a:tbl>
              <a:tblPr/>
              <a:tblGrid>
                <a:gridCol w="3638274">
                  <a:extLst>
                    <a:ext uri="{9D8B030D-6E8A-4147-A177-3AD203B41FA5}">
                      <a16:colId xmlns:a16="http://schemas.microsoft.com/office/drawing/2014/main" val="2478078261"/>
                    </a:ext>
                  </a:extLst>
                </a:gridCol>
                <a:gridCol w="3638274">
                  <a:extLst>
                    <a:ext uri="{9D8B030D-6E8A-4147-A177-3AD203B41FA5}">
                      <a16:colId xmlns:a16="http://schemas.microsoft.com/office/drawing/2014/main" val="2716907677"/>
                    </a:ext>
                  </a:extLst>
                </a:gridCol>
              </a:tblGrid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Month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EV Sales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260310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Jan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360,703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961666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Feb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228,739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6462422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Mar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299,888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607232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Apr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232,194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109615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May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262,747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663870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Jun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229,754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064075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Jul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270,473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83957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Aug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294,022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605582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Sep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313,433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69800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Oct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355,083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1116118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Nov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/>
                        <a:t>382,217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408748"/>
                  </a:ext>
                </a:extLst>
              </a:tr>
              <a:tr h="376315">
                <a:tc>
                  <a:txBody>
                    <a:bodyPr/>
                    <a:lstStyle/>
                    <a:p>
                      <a:r>
                        <a:rPr lang="en-GB" sz="2000"/>
                        <a:t>Dec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2000" dirty="0"/>
                        <a:t>364,558</a:t>
                      </a:r>
                    </a:p>
                  </a:txBody>
                  <a:tcPr marL="69209" marR="69209" marT="34604" marB="346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787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72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3A10-8412-4E73-873D-CD0E8D81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YEARLY EV GROWTH</a:t>
            </a:r>
            <a:br>
              <a:rPr lang="en-GB" b="1" dirty="0"/>
            </a:br>
            <a:br>
              <a:rPr lang="en-GB" dirty="0"/>
            </a:br>
            <a:endParaRPr lang="en-GB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98B408F-97AC-4C3D-8C5C-DED03C9C9E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038" y="4567172"/>
            <a:ext cx="11283654" cy="1512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Continuous increase in EV adoption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Strong growth in recent years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Indicates rising demand for EVs </a:t>
            </a:r>
          </a:p>
        </p:txBody>
      </p:sp>
    </p:spTree>
    <p:extLst>
      <p:ext uri="{BB962C8B-B14F-4D97-AF65-F5344CB8AC3E}">
        <p14:creationId xmlns:p14="http://schemas.microsoft.com/office/powerpoint/2010/main" val="1558295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3A89C-21D8-4104-A89F-AEEAB1CD6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STATE-WISE ANALYSIS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8F46ACA-18A9-41C0-ABCA-05A36D5529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982369"/>
            <a:ext cx="793839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 adoption is uneven across states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states dominate EV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Others show slower adoption </a:t>
            </a:r>
          </a:p>
        </p:txBody>
      </p:sp>
    </p:spTree>
    <p:extLst>
      <p:ext uri="{BB962C8B-B14F-4D97-AF65-F5344CB8AC3E}">
        <p14:creationId xmlns:p14="http://schemas.microsoft.com/office/powerpoint/2010/main" val="410899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3BF3-0963-4916-985E-43318B18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VEHICLE CATEGORY ANALYSIS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B103C6-BB0D-4788-B043-7066F564D9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705370"/>
            <a:ext cx="709200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2-wheelers dominate EV market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3-wheelers show strong growth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4-wheelers growing steadily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Heavy vehicles still low adoption </a:t>
            </a:r>
          </a:p>
        </p:txBody>
      </p:sp>
    </p:spTree>
    <p:extLst>
      <p:ext uri="{BB962C8B-B14F-4D97-AF65-F5344CB8AC3E}">
        <p14:creationId xmlns:p14="http://schemas.microsoft.com/office/powerpoint/2010/main" val="3241031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3972-C05B-4C25-BCAF-CF543518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F7451D-9BC9-42A3-83C3-B9F6EA98F6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551481"/>
            <a:ext cx="926247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 adoption is increasing year by year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regional variation exists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vehicles dominate the market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impacts adoption rate </a:t>
            </a:r>
          </a:p>
        </p:txBody>
      </p:sp>
    </p:spTree>
    <p:extLst>
      <p:ext uri="{BB962C8B-B14F-4D97-AF65-F5344CB8AC3E}">
        <p14:creationId xmlns:p14="http://schemas.microsoft.com/office/powerpoint/2010/main" val="1773740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57BA-C613-49B0-9D29-7210DFFBC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C9400-BA72-4E74-80E8-1906FC7A8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EV market is growing rapidly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Adoption driven by policy &amp; demand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Descriptive analytics helps understand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Supports data-driven decisions 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58572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9995-3219-49FD-BF3B-50DE863E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RECOMMENDATIONS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269342-B900-4604-BC86-2FC100519D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243705"/>
            <a:ext cx="761137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charging infrastructure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EV subsidies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low-adoption states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awareness programs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EV manufacturing </a:t>
            </a:r>
          </a:p>
        </p:txBody>
      </p:sp>
    </p:spTree>
    <p:extLst>
      <p:ext uri="{BB962C8B-B14F-4D97-AF65-F5344CB8AC3E}">
        <p14:creationId xmlns:p14="http://schemas.microsoft.com/office/powerpoint/2010/main" val="4070131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D7984-40CD-44E3-965A-D7F39BDF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C60EE-63C4-4EEC-9708-3B41F95F7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Thank You!</a:t>
            </a:r>
            <a:br>
              <a:rPr lang="en-GB" dirty="0"/>
            </a:br>
            <a:r>
              <a:rPr lang="en-GB" dirty="0"/>
              <a:t>Questions?</a:t>
            </a:r>
          </a:p>
          <a:p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355758535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43</TotalTime>
  <Words>314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Trebuchet MS</vt:lpstr>
      <vt:lpstr>Berlin</vt:lpstr>
      <vt:lpstr>Analysis of Electric Vehicle Adoption Trends Using Descriptive Analytics </vt:lpstr>
      <vt:lpstr>INTRODUCTION</vt:lpstr>
      <vt:lpstr>AIM OF THE STUDY</vt:lpstr>
      <vt:lpstr>OBJECTIVES</vt:lpstr>
      <vt:lpstr>DATASET DESCRIPTION</vt:lpstr>
      <vt:lpstr>METHODOLOGY</vt:lpstr>
      <vt:lpstr>TOOLS USED </vt:lpstr>
      <vt:lpstr>Monthly EV Sales Trend</vt:lpstr>
      <vt:lpstr>YEARLY EV GROWTH  </vt:lpstr>
      <vt:lpstr>STATE-WISE ANALYSIS</vt:lpstr>
      <vt:lpstr>VEHICLE CATEGORY ANALYSIS </vt:lpstr>
      <vt:lpstr>KEY FINDINGS</vt:lpstr>
      <vt:lpstr>CONCLUSION</vt:lpstr>
      <vt:lpstr>RECOMMENDATIONS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Electric Vehicle Adoption Trends Using Descriptive Analytics</dc:title>
  <dc:creator>HP</dc:creator>
  <cp:lastModifiedBy>HP</cp:lastModifiedBy>
  <cp:revision>5</cp:revision>
  <dcterms:created xsi:type="dcterms:W3CDTF">2026-06-10T18:49:13Z</dcterms:created>
  <dcterms:modified xsi:type="dcterms:W3CDTF">2026-06-10T19:33:04Z</dcterms:modified>
</cp:coreProperties>
</file>